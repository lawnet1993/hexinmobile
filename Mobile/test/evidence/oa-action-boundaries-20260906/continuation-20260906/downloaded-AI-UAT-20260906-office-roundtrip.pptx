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AI-UAT Office Roundtrip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mobile upload -&gt; server -&gt; download -&gt; local viewer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